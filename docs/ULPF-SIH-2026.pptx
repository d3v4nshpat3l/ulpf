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26156, NTRO, under the Blockchain and Cybersecurity theme. ULPF is a log pre-processing framework. Every figure on these slides was measured on public capture data,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that logs are hard to read. It is that they disagree, that the code which reconciles them is hand-written and fragile, and that reconciling usually means losing the original. The panel on the right is four real lines from the Honeynet and Loghub corpora.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Ordering is a correctness property, not a preference. The vault append happens before parsing, so an unparseable record is still preserved and still provable. Eighteen Source Packs ship today. Ten decoders: syslog 3164 and 5424, CEF, LEEF, JSON, XML, CSV, key-value, regex.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is 99.8256 percent across 305,582 records. The 533 misses are enumerated in DATASETS.md rather than rounded away. Throughput was measured to the point of loss: 12,000 events per second drops 1.7 percent, so we quote 10,000. The gaps are stated because a panel will find them anyway, and because the Apache and Squid enum bug we shipped for weeks is exactly what unproven packs look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demonstration moment. An auditor, a court or a partner agency receives one record plus a few hundred bytes and verifies it against a signed root, learning nothing about any other event. That is what makes evidence drawn from a classified log shareable at all. Verification reads only the proof and a trusted public key: no vault, no chain, no other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  ·    PROBLEM STATEMENT 26156    ·    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ULPF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7D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Log Pre-processing Framework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line kept byte-for-byte, normalized to one schema, and provable one record at a time — without disclosing the rest of the log.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of 11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305,582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records measured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99.8256%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no synthetic data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98932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merkle root  </a:t>
            </a:r>
            <a:pPr indent="0" marL="0">
              <a:buNone/>
            </a:pPr>
            <a:r>
              <a:rPr lang="en-US" sz="900" dirty="0">
                <a:solidFill>
                  <a:srgbClr val="1B2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7175452279892af258a6b709c2e012408f1885e6d22b7822b759d9cd61dc15e1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devices. Ten dialects. One analyst.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310896" cy="310896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630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invents its own format.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8105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firewall, an IDS and a proxy describe the same connection three different ways. Nothing correlates until they agree on one vocabulary.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310896" cy="310896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834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are hand-written, and they rot.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1821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device means new regex, written by someone who has left, breaking the first time a vendor changes a field.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24528"/>
            <a:ext cx="310896" cy="310896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usually destroys the original.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5537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record is reshaped, the bytes the device actually sent are gone — and with them any answer to “prove this is what arrived.”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4754880" cy="3794760"/>
          </a:xfrm>
          <a:prstGeom prst="roundRect">
            <a:avLst>
              <a:gd name="adj" fmla="val 1446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95160" y="1645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ARRIVES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057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iptables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276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IN=eth0 SRC=192.168.1.35 DST=8.8.8.8 PROTO=TCP SPT=44321 DPT=443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snort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054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[**] [1:1394:5] SHELLCODE x86 NOOP [**] [Priority: 1]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6118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831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210.116.59.164 - - [13/Mar/2005] "GET /index.html" 200 1063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389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sendmail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6085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j2D9RqL8028461: to=&lt;root@localhost&gt;, delay=00:00:01, stat=Sent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5285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lines from the public corpora, unedited.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— and the order is the point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bytes are archived before anything tries to interpret them. A record ULPF cannot parse is still preserved, still fingerprinted, still valid OCSF.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9202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0392" y="2176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72491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syslog,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stdin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26080" y="1965960"/>
            <a:ext cx="192024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90672" y="2176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272491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zstd,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CRC, byte-exact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66360" y="1965960"/>
            <a:ext cx="19202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72491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YAML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Pack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19202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71232" y="2176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OCSF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72491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1.9.0,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vendored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46920" y="1965960"/>
            <a:ext cx="192024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11512" y="2176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2" y="272491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chain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Merkle root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a file, not a release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device is a YAML Source Pack with detectors, a decoder chain, an OCSF mapping and its own fixtures. The console drafts one for you from unparsed traffic; a filesystem watcher loads it live.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machine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CDN, no web font, no telemetry, no model API on the hot path. The console is compiled into the binary. Ships as a distroless container with a read-only root filesystem.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in both directions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carries a vault locator back to the exact bytes, a content fingerprint, and a link to the record before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asserted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comes from public capture data — Honeynet Project and Loghub — reproduced by a script in the repository. No synthetic logs are counted as evidence.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48716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305,582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88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records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62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corpora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920240"/>
            <a:ext cx="248716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93592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99.8256%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688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962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 misses, each enumerated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35624" y="1920240"/>
            <a:ext cx="248716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688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events/sec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962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nothing dropped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1920240"/>
            <a:ext cx="248716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1A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43416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37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9043416" y="2688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fixtures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2962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field accuracy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611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tests · clippy with warnings as errors · pack enum audit against the vendored OCSF schema · coverage regression gate — all green in CI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10698480" cy="1508760"/>
          </a:xfrm>
          <a:prstGeom prst="roundRect">
            <a:avLst>
              <a:gd name="adj" fmla="val 3636"/>
            </a:avLst>
          </a:prstGeom>
          <a:solidFill>
            <a:srgbClr val="E7EC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4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CLAIM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of eighteen packs have no real-corpus evidence.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ASA, FortiGate, PAN-OS, Check Point, Juniper SRX, Suricata, ModSecurity, Squid and the generic CEF fallback pass fixtures written from vendor manuals. No public capture backs them yet.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collector reaches 864 million events/day, not one billion.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86% of the target. Chains are per-collector and verify independently, so the remainder is a second machine, not a rewrite.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one record. Disclose nothing else.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with no equivalent in the tools already deployed — and the reason this sits under the Blockchain and Cybersecurity theme.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Challenged on one firewall record, the honest answer used to be: hand over the entire log so it can be replayed from the beginning. For a classified source that is not permitted at all.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signed checkpoint now also signs a Merkle tree head over the event fingerprints, built to RFC 6962 — the Certificate Transparency construction. One record is proved in about 300 bytes, checkable by someone holding no other part of the log.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consistency proof carries an older proof forward to today’s signed root, which is what shows the log was extended rather than rewritten.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720840" y="1783080"/>
            <a:ext cx="4754880" cy="3246120"/>
          </a:xfrm>
          <a:prstGeom prst="roundRect">
            <a:avLst>
              <a:gd name="adj" fmla="val 1690"/>
            </a:avLst>
          </a:prstGeom>
          <a:solidFill>
            <a:srgbClr val="081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67728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ulpf verify-proof --proof proof.json \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--public-key ed25519-signing.pub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967728" y="2697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VALID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67728" y="31089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chain:        final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    8 of 400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size:   9 hashes  (288 bytes)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bridged:      400 leaves to 700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FC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checkpoint:   verified against key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967728" y="4315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record was in the log when the checkpoint was signed.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138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million events needs twenty hashes. The log grows; the proof barely moves.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98932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proved leaf       </a:t>
            </a:r>
            <a:pPr indent="0" marL="0">
              <a:buNone/>
            </a:pPr>
            <a:r>
              <a:rPr lang="en-US" sz="900" dirty="0">
                <a:solidFill>
                  <a:srgbClr val="1B2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660fe6dd18b83ba3190427558259b7e9ba059d960ebe1b10af7af2dc9414abbc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ULPF - Universal Log Pre-processing Framework</dc:title>
  <dc:subject>PptxGenJS Presentation</dc:subject>
  <dc:creator>Team ULPF</dc:creator>
  <cp:lastModifiedBy>Team ULPF</cp:lastModifiedBy>
  <cp:revision>1</cp:revision>
  <dcterms:created xsi:type="dcterms:W3CDTF">2026-09-05T07:17:40Z</dcterms:created>
  <dcterms:modified xsi:type="dcterms:W3CDTF">2026-09-05T07:17:40Z</dcterms:modified>
</cp:coreProperties>
</file>